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8: Operate, Audit, Share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Level 200  |  20 minutes  |  Click-Through Tour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→ Session Insights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9144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7373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Auto-extracted from the investigation — what the agent detected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9144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Taken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24231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diagnostic query and action the agent performed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9144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3108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agent's concluded root cause with supporting evidence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9144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37947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Common misdiagnoses or traps the agent flagged during investigation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Agent Actions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audit trail for every agent action: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agent did — every tool call, query, and remediation step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approved — which user authorized the action (Review mode)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Which identity was used — UAMI or OBO token, with scope details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Tip: Use audit logs for compliance reviews, incident post-mortems, and permission tuning.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Investigation Threads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thread  →  ⋯ menu  →  Copy link  →  Paste in Teams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411480" cy="411480"/>
          </a:xfrm>
          <a:prstGeom prst="rect">
            <a:avLst>
              <a:gd name="adj" fmla="val 888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the investigation thread in SRE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411480" cy="411480"/>
          </a:xfrm>
          <a:prstGeom prst="rect">
            <a:avLst>
              <a:gd name="adj" fmla="val 8889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Click the ⋯ (more) menu at the top of the thread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411480" cy="411480"/>
          </a:xfrm>
          <a:prstGeom prst="rect">
            <a:avLst>
              <a:gd name="adj" fmla="val 8889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"Copy link" — generates a shareable deep link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411480" cy="411480"/>
          </a:xfrm>
          <a:prstGeom prst="rect">
            <a:avLst>
              <a:gd name="adj" fmla="val 8889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794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Paste into Teams incident bridge or post-incident review doc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Links let anyone with access review the full investigation context — perfect for post-incident reviews.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at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key prompts to explore agent memory: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22960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knowledge documents do you have?"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Lists all knowledge base files — Overview.md and topic files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822960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7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have you learned about &lt;app&gt;?"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Surfaces environment-specific facts, past incident learnings, and runbook content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pattern: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Overview.md (index) + topic-specific files (e.g., app-gateway.md, redis-config.md)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Conceptual overview only — editing knowledge bases is a Level 300 topic.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Health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→ Connectors → Look for the red badge on collapsed categories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60-second heartbeat — connectors are checked every minute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 badge = unhealthy connector — expand the category to see which one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Common causes: expired credentials, network changes, service outages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Fix: Re-authorize or recreate the connector, then verify badge clears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4754880" cy="640080"/>
          </a:xfrm>
          <a:prstGeom prst="rect">
            <a:avLst>
              <a:gd name="adj" fmla="val 5714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connectors = reliable agent actions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300 — What We're NOT Covering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Python tools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MCP custom connectors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Skills authoring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Agents in YAML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tools + Code Interpreter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Hooks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Knowledge base deep dive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Cross-tenant connectors, VNET isolation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Plugin Marketplace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Playground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These are Level 300 deep-dives — scheduled for follow-up workshops.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Dallas — SRE Agent L200 Workshop</dc:creator>
  <cp:lastModifiedBy>Dallas — SRE Agent L200 Workshop</cp:lastModifiedBy>
  <cp:revision>1</cp:revision>
  <dcterms:created xsi:type="dcterms:W3CDTF">2026-05-03T18:12:38Z</dcterms:created>
  <dcterms:modified xsi:type="dcterms:W3CDTF">2026-05-03T18:12:38Z</dcterms:modified>
</cp:coreProperties>
</file>