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Access Control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100  |  30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First?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0" cy="1371600"/>
          </a:xfrm>
          <a:prstGeom prst="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lab depends on understanding who can do what — and when the agent asks for approval.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you chat, create connectors, or build response plans — you need to understand: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Roles — what humans can do with the agent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Modes — whether the agent asks before acting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Permissions — what the agent can read/do on Azure resources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Three-Layer Access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41248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Controls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286000" cy="1005840"/>
          </a:xfrm>
          <a:prstGeom prst="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737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 human can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the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IAM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resource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286000" cy="1005840"/>
          </a:xfrm>
          <a:prstGeom prst="rect">
            <a:avLst>
              <a:gd name="adj" fmla="val 3636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34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Whether agent 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acting on infra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Response Plan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Scheduled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2286000" cy="1005840"/>
          </a:xfrm>
          <a:prstGeom prst="rect">
            <a:avLst>
              <a:gd name="adj" fmla="val 3636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319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Permissions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931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agent can read/do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Azure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(+ OBO fallback)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931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RBAC roles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agent's UAMI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↕  Layers are independent — changing one does not affect the others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Reader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agent configuration, read session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0972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Standard 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 with agent, run diagnostics, trigger skills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09728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Administrator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 actions, manage connectors, authorize On-Behalf-Of (OBO)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Levels &amp; Always-Assigned RBAC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(recommended starter)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Read-only diagnostics — the safest starting point for every agent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Resource-type-specific contributor roles — enables remediation 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657600" cy="3200400"/>
          </a:xfrm>
          <a:prstGeom prst="rect">
            <a:avLst>
              <a:gd name="adj" fmla="val 142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12344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Always-Assigned RBAC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scope: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 Analytics Reader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Reader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scope: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Contributor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Mode (Default)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Human-in-the-loop gate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proposes → human approves or denies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Recommended for initial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8404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Execute then report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acts immediately, notifies after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for trusted, well-tested plans 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412480" cy="548640"/>
          </a:xfrm>
          <a:prstGeom prst="rect">
            <a:avLst>
              <a:gd name="adj" fmla="val 5000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  Run Mode does NOT gate emails, Teams posts, or external queries — those always execute.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On-Behalf-Of (OBO)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OBO used?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agent's UAMI lacks permission for a specific 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SRE Agent Administrators with work/school Entra accounts can authorize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 is reused only for that specific task — not cached broadly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8229600" cy="1097280"/>
          </a:xfrm>
          <a:prstGeom prst="rect">
            <a:avLst>
              <a:gd name="adj" fmla="val 416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Recommendation: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every agent in Review + Reader. Promote permissions later per response plan / task as trust grows.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300 — What We're NOT Covering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Python tools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custom connectors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 authoring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Agents in YAML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tools + Code Interpreter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Hooks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base deep dive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Cross-tenant connectors, VNET isolation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Plugin Marketplace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Playground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are Level 300 deep-dives — scheduled for follow-up workshops.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Dallas — SRE Agent L200 Workshop</dc:creator>
  <cp:lastModifiedBy>Dallas — SRE Agent L200 Workshop</cp:lastModifiedBy>
  <cp:revision>1</cp:revision>
  <dcterms:created xsi:type="dcterms:W3CDTF">2026-05-03T18:12:38Z</dcterms:created>
  <dcterms:modified xsi:type="dcterms:W3CDTF">2026-05-03T18:12:38Z</dcterms:modified>
</cp:coreProperties>
</file>