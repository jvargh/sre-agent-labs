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What &amp; Why 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Concepts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 100  |  30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AM, 5-Tabs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on-call reality today: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Alert fires at 3 AM → open Azure Portal, Log Analytics, App Insights, Grafana, wiki…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Copy-paste queries, correlate timestamps manually, guess at root cause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scattered across 5+ browser tabs and Slack threads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Previous incidents forgotten — team re-learns lessons each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3017520" cy="2926080"/>
          </a:xfrm>
          <a:prstGeom prst="rect">
            <a:avLst>
              <a:gd name="adj" fmla="val 312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0" y="123444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SRE Agent Changes This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conversation replaces 5 tabs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log correlation &amp; analysis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memory of past incidents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Proactive background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SRE Agent?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operations teammate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chatbot — it takes real actions on your Azure infrastructure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script runner — it reasons about context, correlates signals, and adapts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a replacement — it augments your team's expertise with speed and memory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Context — Three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274320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Correlates logs, metrics, config, and topology in real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74320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Remembers past incidents, runbooks, and environment-specific facts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2743200"/>
          </a:xfrm>
          <a:prstGeom prst="rect">
            <a:avLst>
              <a:gd name="adj" fmla="val 178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8872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Intelligence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Proactively monitors and surfaces issues before alerts fire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Connect → Enhance → Achieve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2560320"/>
          </a:xfrm>
          <a:prstGeom prst="rect">
            <a:avLst>
              <a:gd name="adj" fmla="val 1786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Connectors link to Azure Monitor, Log Analytics, App Insights, Resource Graph, 3rd-party tools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560320" cy="2560320"/>
          </a:xfrm>
          <a:prstGeom prst="rect">
            <a:avLst>
              <a:gd name="adj" fmla="val 1786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Skills, Knowledge Bases, Custom Tools — extend the agent's capabilities and memory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560320" cy="2560320"/>
          </a:xfrm>
          <a:prstGeom prst="rect">
            <a:avLst>
              <a:gd name="adj" fmla="val 1786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Plans &amp; Scheduled Tasks execute diagnostics, remediation, and proactive checks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1500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Glossary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SRE Agent resource — your AI operations teammate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bridge linking the agent to an Azure or third-party data source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discrete action the agent can invoke (read logs, restart, query, etc.)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reusable prompt template that bundles tools + instructions for a scenario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sub-agent you define in YAML to handle a specialized domain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Persistent memory: runbooks, environment facts, past learnings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Plan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automated investigation/remediation workflow triggered by alerts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recurring background job (health check, drift detection, etc.)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(human-in-the-loop) or Autonomous (execute-then-report)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300 — What We're NOT Covering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Python tools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custom connectors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Skills authoring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Agents in YAML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tools + Code Interpreter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Hooks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base deep dive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Cross-tenant connectors, VNET isolation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Plugin Marketplace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 Playground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are Level 300 deep-dives — scheduled for follow-up workshops.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Dallas — SRE Agent L200 Workshop</dc:creator>
  <cp:lastModifiedBy>Dallas — SRE Agent L200 Workshop</cp:lastModifiedBy>
  <cp:revision>1</cp:revision>
  <dcterms:created xsi:type="dcterms:W3CDTF">2026-05-03T18:12:38Z</dcterms:created>
  <dcterms:modified xsi:type="dcterms:W3CDTF">2026-05-03T18:12:38Z</dcterms:modified>
</cp:coreProperties>
</file>