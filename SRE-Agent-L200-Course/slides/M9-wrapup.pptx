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9: Wrap-Up +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to Level 300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Level 100  |  15 minutes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663440"/>
            <a:ext cx="9144000" cy="137160"/>
          </a:xfrm>
          <a:prstGeom prst="rect">
            <a:avLst/>
          </a:prstGeom>
          <a:solidFill>
            <a:srgbClr val="02C39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Things Every Team Member Should Do Day-to-Day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457200" cy="457200"/>
          </a:xfrm>
          <a:prstGeom prst="rect">
            <a:avLst>
              <a:gd name="adj" fmla="val 8000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188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Ask the agent before opening 5 portal tabs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457200" cy="457200"/>
          </a:xfrm>
          <a:prstGeom prst="rect">
            <a:avLst>
              <a:gd name="adj" fmla="val 8000"/>
            </a:avLst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18288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Use Deep Investigation for the gnarly stuff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468880"/>
            <a:ext cx="457200" cy="457200"/>
          </a:xfrm>
          <a:prstGeom prst="rect">
            <a:avLst>
              <a:gd name="adj" fmla="val 8000"/>
            </a:avLst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24688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#remember env-specific facts your team would re-explain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108960"/>
            <a:ext cx="457200" cy="457200"/>
          </a:xfrm>
          <a:prstGeom prst="rect">
            <a:avLst>
              <a:gd name="adj" fmla="val 8000"/>
            </a:avLst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88720" y="31089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Upload runbooks instead of emailing them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3749040"/>
            <a:ext cx="457200" cy="457200"/>
          </a:xfrm>
          <a:prstGeom prst="rect">
            <a:avLst>
              <a:gd name="adj" fmla="val 8000"/>
            </a:avLst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88720" y="37490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Share investigation thread links in incident bridges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300 Backlog — What's Next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595360" cy="3840480"/>
        </p:xfrm>
        <a:graphic>
          <a:graphicData uri="http://schemas.openxmlformats.org/drawingml/2006/table">
            <a:tbl>
              <a:tblPr/>
              <a:tblGrid>
                <a:gridCol w="4114800"/>
                <a:gridCol w="44805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Deferred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Incident platforms &amp; Response Plans</a:t>
                      </a:r>
                      <a:endParaRPr lang="en-US" sz="10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Requires platform integration setup</a:t>
                      </a:r>
                      <a:endParaRPr lang="en-US" sz="10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Deep Investigation Mode 2</a:t>
                      </a:r>
                      <a:endParaRPr lang="en-US" sz="10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Advanced multi-step orchestration</a:t>
                      </a:r>
                      <a:endParaRPr lang="en-US" sz="10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Privileged permission + Autonomous mode</a:t>
                      </a:r>
                      <a:endParaRPr lang="en-US" sz="10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Needs trust baseline from L200 labs</a:t>
                      </a:r>
                      <a:endParaRPr lang="en-US" sz="10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MCP custom connectors + 80-tool budget</a:t>
                      </a:r>
                      <a:endParaRPr lang="en-US" sz="10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Advanced connector authoring</a:t>
                      </a:r>
                      <a:endParaRPr lang="en-US" sz="10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Skills authoring</a:t>
                      </a:r>
                      <a:endParaRPr lang="en-US" sz="10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Custom prompt engineering</a:t>
                      </a:r>
                      <a:endParaRPr lang="en-US" sz="10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Custom Agents in YAML</a:t>
                      </a:r>
                      <a:endParaRPr lang="en-US" sz="10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Multi-agent orchestration patterns</a:t>
                      </a:r>
                      <a:endParaRPr lang="en-US" sz="10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Custom tools + Code Interpreter</a:t>
                      </a:r>
                      <a:endParaRPr lang="en-US" sz="10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Python tool development</a:t>
                      </a:r>
                      <a:endParaRPr lang="en-US" sz="10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Agent Hooks</a:t>
                      </a:r>
                      <a:endParaRPr lang="en-US" sz="10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Event-driven automation</a:t>
                      </a:r>
                      <a:endParaRPr lang="en-US" sz="10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Knowledge base deep dive</a:t>
                      </a:r>
                      <a:endParaRPr lang="en-US" sz="10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Advanced memory management</a:t>
                      </a:r>
                      <a:endParaRPr lang="en-US" sz="10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Cross-tenant connectors, VNET isolation</a:t>
                      </a:r>
                      <a:endParaRPr lang="en-US" sz="10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Enterprise network architecture</a:t>
                      </a:r>
                      <a:endParaRPr lang="en-US" sz="10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Plugin Marketplace</a:t>
                      </a:r>
                      <a:endParaRPr lang="en-US" sz="10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Ecosystem &amp; governance</a:t>
                      </a:r>
                      <a:endParaRPr lang="en-US" sz="10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Agent Playground</a:t>
                      </a:r>
                      <a:endParaRPr lang="en-US" sz="10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Experimentation &amp; testing sandbox</a:t>
                      </a:r>
                      <a:endParaRPr lang="en-US" sz="100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&amp; Reference Links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91440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017520" y="128016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https://learn.microsoft.com/azure/sre-agent/overview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91440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745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017520" y="187452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https://learn.microsoft.com/azure/sre-agent/concepts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91440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468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017520" y="24688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https://learn.microsoft.com/azure/sre-agent/capabilities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063240"/>
            <a:ext cx="91440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063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017520" y="30632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https://learn.microsoft.com/azure/sre-agent/tutorials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91440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657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&amp; Templates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017520" y="36576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https://learn.microsoft.com/azure/sre-agent/samples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2C39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Questions &amp; Answers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3017520"/>
            <a:ext cx="7772400" cy="2743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2918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Please complete the post-workshop feedback survey!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8404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2C39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aka.ms/sre-agent-l200-feedback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Dallas — SRE Agent L200 Workshop</dc:creator>
  <cp:lastModifiedBy>Dallas — SRE Agent L200 Workshop</cp:lastModifiedBy>
  <cp:revision>1</cp:revision>
  <dcterms:created xsi:type="dcterms:W3CDTF">2026-05-03T18:12:38Z</dcterms:created>
  <dcterms:modified xsi:type="dcterms:W3CDTF">2026-05-03T18:12:38Z</dcterms:modified>
</cp:coreProperties>
</file>