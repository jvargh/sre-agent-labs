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M10 Reference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Audit, FinOps &amp; Observability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L400 SRE Agent Workshop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portal → Monitor → Logs → App Insights → customEvents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Event Types in customEvents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agent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metrics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6517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AgentToolExecution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invoke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31720"/>
            <a:ext cx="26517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AgentExecution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 lifecycle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3317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331720"/>
            <a:ext cx="265176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331720"/>
            <a:ext cx="26517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AgentHandoff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transfer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26517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IncidentActivitySnapshot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state capture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566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3566160"/>
            <a:ext cx="265176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AgentAzCliExecution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2900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commands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5661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566160"/>
            <a:ext cx="26517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ApprovalDecision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log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Essential KQL Queries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064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Per-Thread Replay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344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stream for ThreadId == "&lt;id&gt;" — trace a single incident end-to-end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64008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8836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18288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Tools (30d)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121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AgentToolExecution ToolStart, summarize by ToolName — find most-used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60320"/>
            <a:ext cx="64008" cy="6583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6609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606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Cost by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ModelGeneration ModelGenerationEnd, sum InputTokens + OutputTokens by AgentName, ModelId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37560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4381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383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Outcomes (30d)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IncidentActivitySnapshot projected by MitigatedByAgent, AssistedByAgent, Autonomy, ResponsePlanId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14800"/>
            <a:ext cx="64008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2153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160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Rate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4453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ApprovalDecision — percentage approve vs reject per approver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FinOps Overlay — Model Tier → Spend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for hooks — low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High-stakes policy hooks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 only for critical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tasks — polling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High-frequency, low-complexity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tasks — deep RCA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root cause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 per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per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spend to incident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Fast for polling, Reasoning for deep RCA — choose tier per response-plan severity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Correlation via TraceId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554480" cy="10972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01168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463040"/>
            <a:ext cx="1554480" cy="10972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AgentHandoff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201168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463040"/>
            <a:ext cx="1554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201168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463040"/>
            <a:ext cx="1554480" cy="10972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ModelGen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2011680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463040"/>
            <a:ext cx="1554480" cy="10972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links a single request across all 5 event types — use for end-to-end debugging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 a real M3 incident thread to demonstrate the full trace walk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Activity Log captures resource-level events for config drift detection (pairs with M12)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3108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sre.azure.com/docs — Audit &amp;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capabilities/audit-agent-actions — KQL templates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→ customEvents reference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Activity Log integration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3108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Outcome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workbook saved in agent's App Insights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 the team will live in daily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model tier strategy documented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correlation demonstrated on real thread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Reference: Audit, FinOps &amp; Observability</dc:title>
  <dc:subject>PptxGenJS Presentation</dc:subject>
  <dc:creator>SRE Agent Workshop</dc:creator>
  <cp:lastModifiedBy>SRE Agent Workshop</cp:lastModifiedBy>
  <cp:revision>1</cp:revision>
  <dcterms:created xsi:type="dcterms:W3CDTF">2026-05-03T20:18:05Z</dcterms:created>
  <dcterms:modified xsi:type="dcterms:W3CDTF">2026-05-03T20:18:05Z</dcterms:modified>
</cp:coreProperties>
</file>