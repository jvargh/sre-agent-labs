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 Playbook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Privileged + Autonomous Safely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228600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L300 SRE Agent Workshop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474720" cy="2926080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73152" cy="2926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L200 Ended With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"Start in Reader / Review mode"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default. Minimal permissions.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 every action.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37760" y="1371600"/>
            <a:ext cx="3474720" cy="2926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463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L300 Starts With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12080" y="20116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"Justify every step away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that default."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privilege escalation.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only with hooks.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Matrix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Per-trigger decision grid — fill this for YOUR service in the exercise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8595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97280"/>
                <a:gridCol w="1097280"/>
                <a:gridCol w="1234440"/>
                <a:gridCol w="1097280"/>
                <a:gridCol w="1234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Per-trigger decision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Sched. 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(notif. only)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Sched. 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(Azure read)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Sched. 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(Azure write)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Resp.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(low sev)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Resp.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(P1/P2)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(scoped)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(scoped)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→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bake-in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 Hooks (M9)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investigation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(Mode 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Approver pool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 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Admins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2, on-call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L300 Rule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solidFill>
            <a:srgbClr val="25358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91440" cy="18288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ADCFC"/>
                </a:solidFill>
              </a:rPr>
              <a:t>⚠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Modes do NOT gate non-Azure tool calls.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19659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Teams, MCP — all unaffected by Run Mode settings.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23774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Hooks do. (Module 9)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7680960" cy="1188720"/>
          </a:xfrm>
          <a:prstGeom prst="rect">
            <a:avLst/>
          </a:prstGeom>
          <a:solidFill>
            <a:srgbClr val="1A1F4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576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to Autonomous on a custom agent that has a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SendOutlookEmail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 AND an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... write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 without a PostToolUse hook.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Safety Chain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920240" cy="146304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08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2240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start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9456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377440" y="1371600"/>
            <a:ext cx="1920240" cy="146304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1508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Privileged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(scoped)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2240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escalation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480560" y="1371600"/>
            <a:ext cx="1920240" cy="1463040"/>
          </a:xfrm>
          <a:prstGeom prst="rect">
            <a:avLst/>
          </a:prstGeom>
          <a:solidFill>
            <a:srgbClr val="FF980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1508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w/ Hooks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2240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 hooks required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583680" y="1371600"/>
            <a:ext cx="1920240" cy="146304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1508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✘ NEVER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240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without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on write tools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383280"/>
            <a:ext cx="7680960" cy="12801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383280"/>
            <a:ext cx="73152" cy="12801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47472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</a:t>
            </a:r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right requires explicit justification. Never skip steps. Hooks (M9) are the safety net that makes Autonomous viable for write operations.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Paired Exercise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0" y="320040"/>
            <a:ext cx="137160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20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the Decision Matrix for YOUR service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your service's triggers (alerts, scheduled tasks, chat interactions)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trigger, determine the Permission Level needed (Reader vs Privileged)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Run Mode — start with Review unless audit data justifies Autonomous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3832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specific approvers from your team (≥ 2 SRE Agent Admins for write)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Deep Investigation settings per trigger type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reviews 3 examples live after the exercise.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Defer to L400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solidFill>
            <a:srgbClr val="25358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325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Hooks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1645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hooks, PostToolUse hooks — the safety net for Autonomous mode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7680960" cy="731520"/>
          </a:xfrm>
          <a:prstGeom prst="rect">
            <a:avLst/>
          </a:prstGeom>
          <a:solidFill>
            <a:srgbClr val="25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148840"/>
            <a:ext cx="73152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488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2194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&amp; Observability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2514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IncidentActivitySnapshot workbook, token-spend tracking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solidFill>
            <a:srgbClr val="25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017520"/>
            <a:ext cx="73152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0175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Topology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3383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isolation, cross-tenant connectors, Agent Identity sidecar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solidFill>
            <a:srgbClr val="25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886200"/>
            <a:ext cx="73152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8862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Config-as-Code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4251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IaC PR workflow, YAML-defined custom agents in source control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Plans — sre.azure.com/docs/capabilities/incident-response-plans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Investigation — sre.azure.com/docs/capabilities/deep-investigation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Hooks — sre.azure.com/docs/capabilities/agent-hooks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Tutorials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Permissions — sre.azure.com/docs/tutorials/agent-config/*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Response Plan — sre.azure.com/docs/tutorials/agent-config/*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 — sre.azure.com/docs/concepts/agent-identity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Reasoning — sre.azure.com/docs/concepts/agent-reasoning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Promotion Playbook</dc:title>
  <dc:subject>PptxGenJS Presentation</dc:subject>
  <dc:creator>SRE Agent Workshop</dc:creator>
  <cp:lastModifiedBy>SRE Agent Workshop</cp:lastModifiedBy>
  <cp:revision>1</cp:revision>
  <dcterms:created xsi:type="dcterms:W3CDTF">2026-05-03T20:16:41Z</dcterms:created>
  <dcterms:modified xsi:type="dcterms:W3CDTF">2026-05-03T20:16:41Z</dcterms:modified>
</cp:coreProperties>
</file>