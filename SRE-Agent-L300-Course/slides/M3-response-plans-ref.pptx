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 Reference: Response Plans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L300 SRE Agent Workshop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routing  •  Custom-agent dispatch  •  Deep Investigation Mode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9E79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 Plan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10972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1645920" cy="1097280"/>
          </a:xfrm>
          <a:prstGeom prst="rect">
            <a:avLst/>
          </a:prstGeom>
          <a:solidFill>
            <a:srgbClr val="2F3C7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371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1645920" cy="1097280"/>
          </a:xfrm>
          <a:prstGeom prst="rect">
            <a:avLst/>
          </a:prstGeom>
          <a:solidFill>
            <a:srgbClr val="F9E79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371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Plan 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1645920" cy="10972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36576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36576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20240"/>
            <a:ext cx="36576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non-overlapping plans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plan maps severity → a dedicated custom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plans = incident processed twice (failure mode)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[TEST] prefix for safe validation before production routing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A — Low Severity (P3 / P4)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32918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P3, P4 on impacted service &lt;sample-app&gt;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agent: low-sev-triager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mode — human approves every action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Investigation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— standard triage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read-only Azure CLI + Log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B — Critical (P1 / P2)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1E2A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P1, P2 on impacted service &lt;sample-app&gt;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agent: p1-investigator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mode — no human gate (read liability terms!)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Investigation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 ON — auto-trigger, uses agent UAMI, no OBO prompt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4-phase investigation: Research → Hypotheses → Validation →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Flow — [TEST] Prefix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9202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filter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contains: [TEST]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280160"/>
            <a:ext cx="192024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test incidents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severity via CLI/API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1920240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Agent Canvas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node lights 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280160"/>
            <a:ext cx="19202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handoff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thread opens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off / Turn on lifecycle for maintenance windows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grid view: Agent Canvas → Table view → Incident response plans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&amp; Failure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2743200"/>
          </a:xfrm>
          <a:prstGeom prst="rect">
            <a:avLst/>
          </a:prstGeom>
          <a:solidFill>
            <a:srgbClr val="1E2A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2743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Failure Modes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plans → incident processed twice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unified grid to detect overlap before save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PostToolUse hook on P1 plan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with no safety guardrail — preview of M9 hooks conversation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2743200"/>
          </a:xfrm>
          <a:prstGeom prst="rect">
            <a:avLst/>
          </a:prstGeom>
          <a:solidFill>
            <a:srgbClr val="1E2A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27432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validate with [TEST] prefix first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Non-overlapping plans are mandatory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Investigation Mode 2 = no OBO prompt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autonomous plans with M9 hooks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9E7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Reference: Response Plans</dc:title>
  <dc:subject>PptxGenJS Presentation</dc:subject>
  <dc:creator>SRE Agent Workshop</dc:creator>
  <cp:lastModifiedBy>SRE Agent Workshop</cp:lastModifiedBy>
  <cp:revision>1</cp:revision>
  <dcterms:created xsi:type="dcterms:W3CDTF">2026-05-03T20:18:05Z</dcterms:created>
  <dcterms:modified xsi:type="dcterms:W3CDTF">2026-05-03T20:18:05Z</dcterms:modified>
</cp:coreProperties>
</file>