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Topology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 ·  Cross-Tenant  ·  Agent Identity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22860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L400 SRE Agent Workshop  ·  90 min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Pillars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347472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4173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VNET-Isolated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reaches private App Insights / Log Analytics behind private endpoints. NSG &amp; private DNS topology.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06040" cy="347472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4173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Cross-Tenant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and monitored resources in different tenants. Managed-identity federation and consent flow.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06040" cy="347472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141732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Identity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Sidecar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UAMI, separate Entra app registration when needed, OBO patterns for non-Entra users.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VNET-Isolated Observability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capabilities/azure-observability-vnet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SRE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(Managed Service)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1295C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017520" y="1463040"/>
            <a:ext cx="256032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Endpoint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+ Private DNS Zone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1295C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Insights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Analytics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(Private, no public access)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 Topology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 rules allowing agent's managed VNET to reach private endpoints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 linked to agent's VNET for *.privatelink.monitor.azure.com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&amp; Log Analytics workspace with public network access disabled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AMPLS (Azure Monitor Private Link Scope) connecting workspaces to private endpoints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Cross-Tenant Connectors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capabilities/cross-tenant-access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25603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6576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Tenant (Agent Home)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3108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Agent + UAMI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1089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Managed-Identity Federation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3657600" cy="2560320"/>
          </a:xfrm>
          <a:prstGeom prst="rect">
            <a:avLst/>
          </a:prstGeom>
          <a:solidFill>
            <a:srgbClr val="F0EC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371600"/>
            <a:ext cx="365760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Tenant (Monitored)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2011680"/>
            <a:ext cx="310896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011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Resources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2743200"/>
            <a:ext cx="3108960" cy="502920"/>
          </a:xfrm>
          <a:prstGeom prst="rect">
            <a:avLst/>
          </a:prstGeom>
          <a:solidFill>
            <a:srgbClr val="6A5ACD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Flow (Entra Admin)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2258568"/>
            <a:ext cx="91440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11480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</a:rPr>
              <a:t>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4069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and monitored resources live in different tenants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Managed-identity federation bridges trust boundary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admin consent required on remote tenant side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Identity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concepts/agent-identity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914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17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UAMI (User-Assigned Managed Identity)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identity for built-in connectors. Scoped to the agent's resource group. No secret management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68096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60320"/>
            <a:ext cx="914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Entra App Registration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when the agent needs permissions beyond what UAMI supports — e.g., delegated Graph scopes or multi-tenant app consent.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7680960" cy="100584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749040"/>
            <a:ext cx="914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94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OBO (On-Behalf-Of) Patterns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non-Entra users. Agent acts on behalf of a user identity when external IdP is federated. Requires token exchange.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Preview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3716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a Cross-Tenant Connector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primary sandbox as agent home tenant with UAMI configured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second sandbox as the "remote" tenant (prerequisite #2)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cross-tenant connector using managed-identity federation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the consent step with named Entra admin (prerequisite #8)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agent can read telemetry from the remote tenant's resources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one-page topology diagram per attendee for their real environment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Fallback Plan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If Entra Admin Unavailable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cannot proceed — cross-tenant consent requires Entra admin (prerequisite #8).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common blocker in L400 delivery.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Lecture-Only Variant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topology diagram exercise: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private connectivity paths for your monitored services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services require cross-tenant trust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NSG / private DNS dependencies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one-page topology diagram as take-home artifact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+ L300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Links (Section 7)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Observability VNET — sre.azure.com/docs/capabilities/azure-observability-vnet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Access — sre.azure.com/docs/capabilities/cross-tenant-access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— sre.azure.com/docs/concepts/agent-identity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sre.azure.com/docs/tutorials/connectors/*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ADO — sre.azure.com/docs/tutorials/connectors/*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 of Scope for This Module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Config-as-Code — agent IaC PR workflow (separate module)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 Capstone drill — production rollout playbook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MCP server development (covered in M5/M8)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per-task model tier tuning (capstone overlay)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11: Enterprise Topology</dc:title>
  <dc:subject>PptxGenJS Presentation</dc:subject>
  <dc:creator>SRE Agent Workshop</dc:creator>
  <cp:lastModifiedBy>SRE Agent Workshop</cp:lastModifiedBy>
  <cp:revision>1</cp:revision>
  <dcterms:created xsi:type="dcterms:W3CDTF">2026-05-03T20:16:41Z</dcterms:created>
  <dcterms:modified xsi:type="dcterms:W3CDTF">2026-05-03T20:16:41Z</dcterms:modified>
</cp:coreProperties>
</file>