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M9 Reference: Agent Hooks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C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SRE Agent Workshop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most important L400 module for production safety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99001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Hook Events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3108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900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when agent is about to return a final response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completeness of the response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continuation if missing root cause or 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maxRejections controls retry limit (1-25, default 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3108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PostToolUse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after every tool 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— log every tool call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— reject dangerous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— add additionalContext back to agent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Two Levels of Hooks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Agent-Level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→ Hooks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ALL custom agents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first when both levels match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900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Custom-Agent-Level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Canvas → Manage Hooks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only to that specific agent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second after agent-level hooks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fire if both match — agent-level executes first, then custom-agent-level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Two Execution Types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2926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00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Prompt Type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evaluates the hook logic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via $ARGUMENTS variable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{"ok": true|false, "reason": "..."}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semantic validation, completeness checks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73152" cy="2926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Command Type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or Python3 script in sandbox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via stdin (JSON)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code: 0 = allow, 2 = block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pattern matching, auditing, deterministic rules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Hook A: Stop Prompt — Completeness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type: 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model: ReasoningFast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prompt: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Does the response include both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root cause statement AND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recommended action?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$ARGUMENTS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Respond {"ok": true} 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{"ok": false, "reason": "..."}.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maxRejections: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agent's response lacks root cause or action → hook rejects, agent retries (up to 3×)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Hook B: PostToolUse Command — Block Dangerous Patterns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PostToolUse: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type: command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matcher: "Bash|ExecuteShellCommand|RunAzCliWriteCommands"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failMode: 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script: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#!/usr/bin/env python3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import sys, json, 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 = json.load(sys.stdin)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cmd = ctx.get('tool_input',{}).get('command','')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BLOCKED = [r'\brm\s+-rf\b', r'\bsudo\b',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r'\bchmod\s+777\b', r'az\s+(group|account)\s+delete']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exit 0 with decision:block OR decision:allow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Blocks: rm -rf  •  sudo  •  chmod 777  •  az group/account delete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Hook C: PostToolUse Audit — Log Every Tool Call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3108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type hook on PostToolUse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tool name, inputs, and outputs to stderr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stdout is parsed — always use stderr for logging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additionalContext back into agent conversation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full audit trail in App 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88720"/>
            <a:ext cx="73152" cy="3108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00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Response Format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1208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"decision": "allow",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"reason": "audit logged",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"hookSpecificOutput":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"additionalContext":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"&lt;injected text&gt;"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F3C7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Hook Limits &amp; Best Practices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 max size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KB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Timeout range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– 300 seconds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Allowed shebangs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#!/bin/bash  or  #!/usr/bin/env python3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environment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Sandboxed code interpreter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maxRejections (prompt Stop)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– 25 (default 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00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Best Practices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return a reason on rejection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failMode: allow unless strict security requirement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specific matchers — avoid catch-all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to stderr (stdout is parsed as JSON response)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99001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Reference: Agent Hooks</dc:title>
  <dc:subject>PptxGenJS Presentation</dc:subject>
  <dc:creator>SRE Agent Workshop</dc:creator>
  <cp:lastModifiedBy>SRE Agent Workshop</cp:lastModifiedBy>
  <cp:revision>1</cp:revision>
  <dcterms:created xsi:type="dcterms:W3CDTF">2026-05-03T20:18:05Z</dcterms:created>
  <dcterms:modified xsi:type="dcterms:W3CDTF">2026-05-03T20:18:05Z</dcterms:modified>
</cp:coreProperties>
</file>