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A7D8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M12 Reference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Configuration as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L400 SRE Agent Workshop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+ YAML + REST API v2 → PR-based deployment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A7D8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 for the Agent — Bicep Resources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4630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Microsoft.AzureSREAgent/agents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resource itself — param the model provider (Anthropic vs Azure OpenAI for EUDB)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14630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User-Assigned Managed Identity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UAMI for agent authentication — role assignments per M1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Insights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destination — customEvents for all 9 event types from M10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34640"/>
            <a:ext cx="64008" cy="14630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Analytics Workspace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store for App Insights — KQL query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from CI to a fresh RG  •  Tear down with az group delete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 v2 — Custom Agents + Hooks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/api/v2/extendedAgent/agents/{agentName}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schema from M9 — hooks live here, not in the v1 canvas YAML tab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Pipeline Workflow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1752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YAML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30175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301752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against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via REST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v2 in CI step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30175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301752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3720" y="3566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Canvas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Persistence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memories/synthesizedKnowledge/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overview.md — always loaded (~2k char budget)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team.md — team structure &amp; contacts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— system topology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logs.md — log sources &amp; patterns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deployment.md — deploy pipelines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 — auth &amp; identity config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debugging.md — debug runbooks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queries/*.md — saved KQL queries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64008" cy="3474720"/>
          </a:xfrm>
          <a:prstGeom prst="rect">
            <a:avLst/>
          </a:prstGeom>
          <a:solidFill>
            <a:srgbClr val="5A7D8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 Knowledge 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#remember user memories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from synthesized knowledge — user-created annotations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 model built from investigations automatically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 Schema Enrichment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Auto-discovered databases &amp; tables become structured query templates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A7D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 someone changes the agent via portal instead of merging a PR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2194560"/>
          </a:xfrm>
          <a:prstGeom prst="rect">
            <a:avLst/>
          </a:prstGeom>
          <a:solidFill>
            <a:srgbClr val="1A283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 Insights — Azure Activity Log query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AzureActivity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ResourceProvider == "Microsoft.AzureSREAgent"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OperationNameValue has "write"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Caller !contains "service-principal-name"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project TimeGenerated, Caller, OperationNameValue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order by TimeGenerated desc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out-of-band portal changes to the agent resource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M10 observability — same App Insights destination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 scheduled query alert for continuous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Workflow &amp;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PR-Based Deployment 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Bicep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in branch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55448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5448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validates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 running state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155448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554480"/>
            <a:ext cx="192024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CI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Azure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64008" cy="1645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Outcome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3566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promotion-playbook decisions land as a PR (Bicep + YAML + REST API v2 calls)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 picks Bicep or Terraform AVM for IaC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 parameterized (Anthropic vs Azure OpenAI for EUDB)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alert configured in App Insights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M12 Reference: Configuration as Code</dc:title>
  <dc:subject>PptxGenJS Presentation</dc:subject>
  <dc:creator>SRE Agent Workshop</dc:creator>
  <cp:lastModifiedBy>SRE Agent Workshop</cp:lastModifiedBy>
  <cp:revision>1</cp:revision>
  <dcterms:created xsi:type="dcterms:W3CDTF">2026-05-03T20:18:05Z</dcterms:created>
  <dcterms:modified xsi:type="dcterms:W3CDTF">2026-05-03T20:18:05Z</dcterms:modified>
</cp:coreProperties>
</file>